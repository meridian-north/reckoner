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c92dd47f6144f5" /><Relationship Type="http://schemas.openxmlformats.org/officeDocument/2006/relationships/extended-properties" Target="/docProps/app.xml" Id="R113d54480e5049bb" /><Relationship Type="http://schemas.openxmlformats.org/officeDocument/2006/relationships/officeDocument" Target="/ppt/presentation.xml" Id="R4b3f87147c1b4f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1ef6ad82d04862"/>
  </p:sldMasterIdLst>
  <p:notesMasterIdLst>
    <p:notesMasterId xmlns:r="http://schemas.openxmlformats.org/officeDocument/2006/relationships" r:id="R0d9ff47e118448a6"/>
  </p:notesMasterIdLst>
  <p:sldIdLst>
    <p:sldId xmlns:r="http://schemas.openxmlformats.org/officeDocument/2006/relationships" id="256" r:id="Rc43bf2ec9515434f"/>
    <p:sldId xmlns:r="http://schemas.openxmlformats.org/officeDocument/2006/relationships" id="257" r:id="R0dee81621034474b"/>
    <p:sldId xmlns:r="http://schemas.openxmlformats.org/officeDocument/2006/relationships" id="258" r:id="Rc63ab6c95a5a43a6"/>
    <p:sldId xmlns:r="http://schemas.openxmlformats.org/officeDocument/2006/relationships" id="259" r:id="Rcd117e293ac245ab"/>
    <p:sldId xmlns:r="http://schemas.openxmlformats.org/officeDocument/2006/relationships" id="260" r:id="R798a2511030d438c"/>
    <p:sldId xmlns:r="http://schemas.openxmlformats.org/officeDocument/2006/relationships" id="261" r:id="Rb671e760461141bb"/>
    <p:sldId xmlns:r="http://schemas.openxmlformats.org/officeDocument/2006/relationships" id="262" r:id="R5ece17a3a27f4b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daa137d68e343e0" /><Relationship Type="http://schemas.openxmlformats.org/officeDocument/2006/relationships/slideMaster" Target="/ppt/slideMasters/slideMaster1.xml" Id="Rd11ef6ad82d04862" /><Relationship Type="http://schemas.openxmlformats.org/officeDocument/2006/relationships/notesMaster" Target="/ppt/notesMasters/notesMaster1.xml" Id="R0d9ff47e118448a6" /><Relationship Type="http://schemas.openxmlformats.org/officeDocument/2006/relationships/presProps" Target="/ppt/presProps.xml" Id="R1ca681c262e74731" /><Relationship Type="http://schemas.openxmlformats.org/officeDocument/2006/relationships/tableStyles" Target="/ppt/tableStyles.xml" Id="Re3188485e8e44127" /><Relationship Type="http://schemas.openxmlformats.org/officeDocument/2006/relationships/slide" Target="/ppt/slides/slide1.xml" Id="Rc43bf2ec9515434f" /><Relationship Type="http://schemas.openxmlformats.org/officeDocument/2006/relationships/slide" Target="/ppt/slides/slide2.xml" Id="R0dee81621034474b" /><Relationship Type="http://schemas.openxmlformats.org/officeDocument/2006/relationships/slide" Target="/ppt/slides/slide3.xml" Id="Rc63ab6c95a5a43a6" /><Relationship Type="http://schemas.openxmlformats.org/officeDocument/2006/relationships/slide" Target="/ppt/slides/slide4.xml" Id="Rcd117e293ac245ab" /><Relationship Type="http://schemas.openxmlformats.org/officeDocument/2006/relationships/slide" Target="/ppt/slides/slide5.xml" Id="R798a2511030d438c" /><Relationship Type="http://schemas.openxmlformats.org/officeDocument/2006/relationships/slide" Target="/ppt/slides/slide6.xml" Id="Rb671e760461141bb" /><Relationship Type="http://schemas.openxmlformats.org/officeDocument/2006/relationships/slide" Target="/ppt/slides/slide7.xml" Id="R5ece17a3a27f4b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b837c4a7bc4d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792b0f9b9f4a79" /><Relationship Type="http://schemas.openxmlformats.org/officeDocument/2006/relationships/notesMaster" Target="/ppt/notesMasters/notesMaster1.xml" Id="R1f3814b8906841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5d5c1d5c404f7a" /><Relationship Type="http://schemas.openxmlformats.org/officeDocument/2006/relationships/notesMaster" Target="/ppt/notesMasters/notesMaster1.xml" Id="R8c7bf71cbf0842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fc6449217a246dd" /><Relationship Type="http://schemas.openxmlformats.org/officeDocument/2006/relationships/notesMaster" Target="/ppt/notesMasters/notesMaster1.xml" Id="Ref203b554879495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05337f812443b7" /><Relationship Type="http://schemas.openxmlformats.org/officeDocument/2006/relationships/notesMaster" Target="/ppt/notesMasters/notesMaster1.xml" Id="Re937026aa0264c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be4fbd0a004f00" /><Relationship Type="http://schemas.openxmlformats.org/officeDocument/2006/relationships/notesMaster" Target="/ppt/notesMasters/notesMaster1.xml" Id="R4f28bc47c6ab4b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6c7f66fd114900" /><Relationship Type="http://schemas.openxmlformats.org/officeDocument/2006/relationships/notesMaster" Target="/ppt/notesMasters/notesMaster1.xml" Id="Rcd854ebb0adb4a1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145390ef324939" /><Relationship Type="http://schemas.openxmlformats.org/officeDocument/2006/relationships/notesMaster" Target="/ppt/notesMasters/notesMaster1.xml" Id="Re2d8724c14ae46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review candidate, not publication approval. Product evidence: repository CHANGELOG.txt, USER_GUIDE.md, CONTRIBUTION_JSON.txt, PUBLIC_CONTRIBUTION_WAL.txt. Attribution is self-declared. Collection improvement and institutional integration are proposed, not measured or agreed.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review candidate, not publication approval. Product evidence: repository CHANGELOG.txt, USER_GUIDE.md, CONTRIBUTION_JSON.txt, PUBLIC_CONTRIBUTION_WAL.txt. Attribution is self-declared. Collection improvement and institutional integration are proposed, not measured or agreed.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review candidate, not publication approval. Product evidence: repository CHANGELOG.txt, USER_GUIDE.md, CONTRIBUTION_JSON.txt, PUBLIC_CONTRIBUTION_WAL.txt. Attribution is self-declared. Collection improvement and institutional integration are proposed, not measured or agreed.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review candidate, not publication approval. Product evidence: repository CHANGELOG.txt, USER_GUIDE.md, CONTRIBUTION_JSON.txt, PUBLIC_CONTRIBUTION_WAL.txt. Attribution is self-declared. Collection improvement and institutional integration are proposed, not measured or agreed. Court source: https://www.govinfo.gov/content/pkg/USREPORTS-248/pdf/USREPORTS-248-132.pdf ; separately prepared permitted demo excerpts, printed pages 134 and 136. Do not claim a legal opinion or completed human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review candidate, not publication approval. Product evidence: repository CHANGELOG.txt, USER_GUIDE.md, CONTRIBUTION_JSON.txt, PUBLIC_CONTRIBUTION_WAL.txt. Attribution is self-declared. Collection improvement and institutional integration are proposed, not measured or agreed.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review candidate, not publication approval. Product evidence: repository CHANGELOG.txt, USER_GUIDE.md, CONTRIBUTION_JSON.txt, PUBLIC_CONTRIBUTION_WAL.txt. Attribution is self-declared. Collection improvement and institutional integration are proposed, not measured or agreed.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Private review candidate, not publication approval. Product evidence: repository CHANGELOG.txt, USER_GUIDE.md, CONTRIBUTION_JSON.txt, PUBLIC_CONTRIBUTION_WAL.txt. Attribution is self-declared. Collection improvement and institutional integration are proposed, not measured or agreed.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73a3c28954ec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72f92ad92b4aa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a8b5f6772846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a876e8a51249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29f92d942404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fbde5b96d049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74E9F5-86FC-4E56-970B-A5CAFFB070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7C8B0B-44B3-4690-B603-CEB93A7AEC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6BD97E4-948D-468D-B8EA-C3B1BF2D6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AC42C1-FF54-4A3F-AC9D-BAD80E4D8C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D1CB41E-1316-4EDE-81CE-5FA6D671FB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5D46437-B414-45E0-B47A-0C2F175B43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7B0296-F641-417F-915B-4B55BAC2E6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A42BCCA-4A4F-473A-8F37-BA6D9B5A0CB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45B33D-39AB-4AF5-893A-77728CE17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A9DBBB1-B317-4DCB-B97B-81B0F1A7B4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64a55645774f05" /><Relationship Type="http://schemas.openxmlformats.org/officeDocument/2006/relationships/slideLayout" Target="/ppt/slideLayouts/slideLayout1.xml" Id="R16408d8c93c04c22" /><Relationship Type="http://schemas.openxmlformats.org/officeDocument/2006/relationships/slideLayout" Target="/ppt/slideLayouts/slideLayout2.xml" Id="Rc01591771bc94c00" /><Relationship Type="http://schemas.openxmlformats.org/officeDocument/2006/relationships/slideLayout" Target="/ppt/slideLayouts/slideLayout3.xml" Id="R9f80238425394416" /><Relationship Type="http://schemas.openxmlformats.org/officeDocument/2006/relationships/slideLayout" Target="/ppt/slideLayouts/slideLayout4.xml" Id="R3331deee66844b7b" /><Relationship Type="http://schemas.openxmlformats.org/officeDocument/2006/relationships/slideLayout" Target="/ppt/slideLayouts/slideLayout5.xml" Id="R6eb19723b6df4eaa" /><Relationship Type="http://schemas.openxmlformats.org/officeDocument/2006/relationships/slideLayout" Target="/ppt/slideLayouts/slideLayout6.xml" Id="Rfe1115c2b8614e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408d8c93c04c22"/>
    <p:sldLayoutId xmlns:r="http://schemas.openxmlformats.org/officeDocument/2006/relationships" id="2147483650" r:id="Rc01591771bc94c00"/>
    <p:sldLayoutId xmlns:r="http://schemas.openxmlformats.org/officeDocument/2006/relationships" id="2147483651" r:id="R9f80238425394416"/>
    <p:sldLayoutId xmlns:r="http://schemas.openxmlformats.org/officeDocument/2006/relationships" id="2147483652" r:id="R3331deee66844b7b"/>
    <p:sldLayoutId xmlns:r="http://schemas.openxmlformats.org/officeDocument/2006/relationships" id="2147483653" r:id="R6eb19723b6df4eaa"/>
    <p:sldLayoutId xmlns:r="http://schemas.openxmlformats.org/officeDocument/2006/relationships" id="2147483654" r:id="Rfe1115c2b8614e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5b55b0006a4cdd" /><Relationship Type="http://schemas.openxmlformats.org/officeDocument/2006/relationships/notesSlide" Target="/ppt/notesSlides/notesSlide1.xml" Id="Ra2a5a876ac8646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e71734debd49dc" /><Relationship Type="http://schemas.openxmlformats.org/officeDocument/2006/relationships/notesSlide" Target="/ppt/notesSlides/notesSlide2.xml" Id="R4a854bc62cd340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a3d8ee43114c8f" /><Relationship Type="http://schemas.openxmlformats.org/officeDocument/2006/relationships/notesSlide" Target="/ppt/notesSlides/notesSlide3.xml" Id="R845189d0e51144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dc2daed82d4b2f" /><Relationship Type="http://schemas.openxmlformats.org/officeDocument/2006/relationships/notesSlide" Target="/ppt/notesSlides/notesSlide4.xml" Id="R401e095e35684d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b609b404007494d" /><Relationship Type="http://schemas.openxmlformats.org/officeDocument/2006/relationships/notesSlide" Target="/ppt/notesSlides/notesSlide5.xml" Id="R48217424ad4d43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c6dba9c5c2455f" /><Relationship Type="http://schemas.openxmlformats.org/officeDocument/2006/relationships/notesSlide" Target="/ppt/notesSlides/notesSlide6.xml" Id="R95dca2fd20de48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08c6a122fd4974" /><Relationship Type="http://schemas.openxmlformats.org/officeDocument/2006/relationships/notesSlide" Target="/ppt/notesSlides/notesSlide7.xml" Id="R679ed9e701a546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802F62-19E2-4D24-AACA-B8BD1DC1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FFFFF"/>
                </a:solidFill>
              </a:defRPr>
            </a:defPPr>
            <a:lvl1pPr>
              <a:buNone/>
              <a:defRPr sz="4950" b="1">
                <a:solidFill>
                  <a:srgbClr val="FFFFFF"/>
                </a:solidFill>
              </a:defRPr>
            </a:lvl1pPr>
            <a:lvl2pPr>
              <a:buNone/>
              <a:defRPr sz="4950" b="1">
                <a:solidFill>
                  <a:srgbClr val="FFFFFF"/>
                </a:solidFill>
              </a:defRPr>
            </a:lvl2pPr>
            <a:lvl3pPr>
              <a:buNone/>
              <a:defRPr sz="4950" b="1">
                <a:solidFill>
                  <a:srgbClr val="FFFFFF"/>
                </a:solidFill>
              </a:defRPr>
            </a:lvl3pPr>
            <a:lvl4pPr>
              <a:buNone/>
              <a:defRPr sz="4950" b="1">
                <a:solidFill>
                  <a:srgbClr val="FFFFFF"/>
                </a:solidFill>
              </a:defRPr>
            </a:lvl4pPr>
            <a:lvl5pPr>
              <a:buNone/>
              <a:defRPr sz="4950" b="1">
                <a:solidFill>
                  <a:srgbClr val="FFFFFF"/>
                </a:solidFill>
              </a:defRPr>
            </a:lvl5pPr>
            <a:lvl6pPr>
              <a:buNone/>
              <a:defRPr sz="4950" b="1">
                <a:solidFill>
                  <a:srgbClr val="FFFFFF"/>
                </a:solidFill>
              </a:defRPr>
            </a:lvl6pPr>
            <a:lvl7pPr>
              <a:buNone/>
              <a:defRPr sz="4950" b="1">
                <a:solidFill>
                  <a:srgbClr val="FFFFFF"/>
                </a:solidFill>
              </a:defRPr>
            </a:lvl7pPr>
            <a:lvl8pPr>
              <a:buNone/>
              <a:defRPr sz="4950" b="1">
                <a:solidFill>
                  <a:srgbClr val="FFFFFF"/>
                </a:solidFill>
              </a:defRPr>
            </a:lvl8pPr>
            <a:lvl9pPr>
              <a:buNone/>
              <a:defRPr sz="49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Reckoner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CA2E27-8CEB-4E09-851C-A2EB12BC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BCE4D9"/>
                </a:solidFill>
              </a:defRPr>
            </a:defPPr>
            <a:lvl1pPr>
              <a:buNone/>
              <a:defRPr sz="2700" b="0">
                <a:solidFill>
                  <a:srgbClr val="BCE4D9"/>
                </a:solidFill>
              </a:defRPr>
            </a:lvl1pPr>
            <a:lvl2pPr>
              <a:buNone/>
              <a:defRPr sz="2700" b="0">
                <a:solidFill>
                  <a:srgbClr val="BCE4D9"/>
                </a:solidFill>
              </a:defRPr>
            </a:lvl2pPr>
            <a:lvl3pPr>
              <a:buNone/>
              <a:defRPr sz="2700" b="0">
                <a:solidFill>
                  <a:srgbClr val="BCE4D9"/>
                </a:solidFill>
              </a:defRPr>
            </a:lvl3pPr>
            <a:lvl4pPr>
              <a:buNone/>
              <a:defRPr sz="2700" b="0">
                <a:solidFill>
                  <a:srgbClr val="BCE4D9"/>
                </a:solidFill>
              </a:defRPr>
            </a:lvl4pPr>
            <a:lvl5pPr>
              <a:buNone/>
              <a:defRPr sz="2700" b="0">
                <a:solidFill>
                  <a:srgbClr val="BCE4D9"/>
                </a:solidFill>
              </a:defRPr>
            </a:lvl5pPr>
            <a:lvl6pPr>
              <a:buNone/>
              <a:defRPr sz="2700" b="0">
                <a:solidFill>
                  <a:srgbClr val="BCE4D9"/>
                </a:solidFill>
              </a:defRPr>
            </a:lvl6pPr>
            <a:lvl7pPr>
              <a:buNone/>
              <a:defRPr sz="2700" b="0">
                <a:solidFill>
                  <a:srgbClr val="BCE4D9"/>
                </a:solidFill>
              </a:defRPr>
            </a:lvl7pPr>
            <a:lvl8pPr>
              <a:buNone/>
              <a:defRPr sz="2700" b="0">
                <a:solidFill>
                  <a:srgbClr val="BCE4D9"/>
                </a:solidFill>
              </a:defRPr>
            </a:lvl8pPr>
            <a:lvl9pPr>
              <a:buNone/>
              <a:defRPr sz="2700" b="0">
                <a:solidFill>
                  <a:srgbClr val="BCE4D9"/>
                </a:solidFill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BCE4D9"/>
                </a:solidFill>
              </a:defRPr>
            </a:pPr>
            <a:r>
              <a:rPr sz="2700" b="0">
                <a:solidFill>
                  <a:srgbClr val="BCE4D9"/>
                </a:solidFill>
              </a:rPr>
              <a:t>Human judgment, preserved with its reasons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65E4F-0AD6-48C1-9D69-88B3BD36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FFFFFF"/>
                </a:solidFill>
              </a:defRPr>
            </a:defPPr>
            <a:lvl1pPr>
              <a:buNone/>
              <a:defRPr sz="2175" b="0">
                <a:solidFill>
                  <a:srgbClr val="FFFFFF"/>
                </a:solidFill>
              </a:defRPr>
            </a:lvl1pPr>
            <a:lvl2pPr>
              <a:buNone/>
              <a:defRPr sz="2175" b="0">
                <a:solidFill>
                  <a:srgbClr val="FFFFFF"/>
                </a:solidFill>
              </a:defRPr>
            </a:lvl2pPr>
            <a:lvl3pPr>
              <a:buNone/>
              <a:defRPr sz="2175" b="0">
                <a:solidFill>
                  <a:srgbClr val="FFFFFF"/>
                </a:solidFill>
              </a:defRPr>
            </a:lvl3pPr>
            <a:lvl4pPr>
              <a:buNone/>
              <a:defRPr sz="2175" b="0">
                <a:solidFill>
                  <a:srgbClr val="FFFFFF"/>
                </a:solidFill>
              </a:defRPr>
            </a:lvl4pPr>
            <a:lvl5pPr>
              <a:buNone/>
              <a:defRPr sz="2175" b="0">
                <a:solidFill>
                  <a:srgbClr val="FFFFFF"/>
                </a:solidFill>
              </a:defRPr>
            </a:lvl5pPr>
            <a:lvl6pPr>
              <a:buNone/>
              <a:defRPr sz="2175" b="0">
                <a:solidFill>
                  <a:srgbClr val="FFFFFF"/>
                </a:solidFill>
              </a:defRPr>
            </a:lvl6pPr>
            <a:lvl7pPr>
              <a:buNone/>
              <a:defRPr sz="2175" b="0">
                <a:solidFill>
                  <a:srgbClr val="FFFFFF"/>
                </a:solidFill>
              </a:defRPr>
            </a:lvl7pPr>
            <a:lvl8pPr>
              <a:buNone/>
              <a:defRPr sz="2175" b="0">
                <a:solidFill>
                  <a:srgbClr val="FFFFFF"/>
                </a:solidFill>
              </a:defRPr>
            </a:lvl8pPr>
            <a:lvl9pPr>
              <a:buNone/>
              <a:defRPr sz="217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Inspect a highlighted passage.</a:t>
            </a:r>
          </a:p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Save a credited correction another reader can check.</a:t>
            </a:r>
          </a:p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</a:defRPr>
            </a:pPr>
          </a:p>
          <a:p xmlns:a="http://schemas.openxmlformats.org/drawingml/2006/main">
            <a:pPr>
              <a:buNone/>
              <a:defRPr sz="2175" b="0">
                <a:solidFill>
                  <a:srgbClr val="FFFFFF"/>
                </a:solidFill>
              </a:defRPr>
            </a:pPr>
            <a:r>
              <a:rPr sz="2175" b="0">
                <a:solidFill>
                  <a:srgbClr val="FFFFFF"/>
                </a:solidFill>
              </a:rPr>
              <a:t>John Reed, Garrison Node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63E26-0056-4334-98FC-600E7697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CE4D9"/>
                </a:solidFill>
              </a:defRPr>
            </a:defPPr>
            <a:lvl1pPr>
              <a:buNone/>
              <a:defRPr sz="1200" b="0">
                <a:solidFill>
                  <a:srgbClr val="BCE4D9"/>
                </a:solidFill>
              </a:defRPr>
            </a:lvl1pPr>
            <a:lvl2pPr>
              <a:buNone/>
              <a:defRPr sz="1200" b="0">
                <a:solidFill>
                  <a:srgbClr val="BCE4D9"/>
                </a:solidFill>
              </a:defRPr>
            </a:lvl2pPr>
            <a:lvl3pPr>
              <a:buNone/>
              <a:defRPr sz="1200" b="0">
                <a:solidFill>
                  <a:srgbClr val="BCE4D9"/>
                </a:solidFill>
              </a:defRPr>
            </a:lvl3pPr>
            <a:lvl4pPr>
              <a:buNone/>
              <a:defRPr sz="1200" b="0">
                <a:solidFill>
                  <a:srgbClr val="BCE4D9"/>
                </a:solidFill>
              </a:defRPr>
            </a:lvl4pPr>
            <a:lvl5pPr>
              <a:buNone/>
              <a:defRPr sz="1200" b="0">
                <a:solidFill>
                  <a:srgbClr val="BCE4D9"/>
                </a:solidFill>
              </a:defRPr>
            </a:lvl5pPr>
            <a:lvl6pPr>
              <a:buNone/>
              <a:defRPr sz="1200" b="0">
                <a:solidFill>
                  <a:srgbClr val="BCE4D9"/>
                </a:solidFill>
              </a:defRPr>
            </a:lvl6pPr>
            <a:lvl7pPr>
              <a:buNone/>
              <a:defRPr sz="1200" b="0">
                <a:solidFill>
                  <a:srgbClr val="BCE4D9"/>
                </a:solidFill>
              </a:defRPr>
            </a:lvl7pPr>
            <a:lvl8pPr>
              <a:buNone/>
              <a:defRPr sz="1200" b="0">
                <a:solidFill>
                  <a:srgbClr val="BCE4D9"/>
                </a:solidFill>
              </a:defRPr>
            </a:lvl8pPr>
            <a:lvl9pPr>
              <a:buNone/>
              <a:defRPr sz="1200" b="0">
                <a:solidFill>
                  <a:srgbClr val="BCE4D9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BCE4D9"/>
                </a:solidFill>
              </a:defRPr>
            </a:pPr>
            <a:r>
              <a:rPr sz="1200" b="0">
                <a:solidFill>
                  <a:srgbClr val="BCE4D9"/>
                </a:solidFill>
              </a:rPr>
              <a:t>1 / 7    Private review · October 19, 2026</a:t>
            </a:r>
          </a:p>
        </p:txBody>
      </p:sp>
    </p:spTree>
    <p:extLst>
      <p:ext uri="{BB962C8B-B14F-4D97-AF65-F5344CB8AC3E}">
        <p14:creationId xmlns:p14="http://schemas.microsoft.com/office/powerpoint/2010/main" val="20616000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F7351-A61F-4F37-89B0-3139AAA9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343B"/>
                </a:solidFill>
              </a:defRPr>
            </a:defPPr>
            <a:lvl1pPr>
              <a:buNone/>
              <a:defRPr sz="3450" b="1">
                <a:solidFill>
                  <a:srgbClr val="14343B"/>
                </a:solidFill>
              </a:defRPr>
            </a:lvl1pPr>
            <a:lvl2pPr>
              <a:buNone/>
              <a:defRPr sz="3450" b="1">
                <a:solidFill>
                  <a:srgbClr val="14343B"/>
                </a:solidFill>
              </a:defRPr>
            </a:lvl2pPr>
            <a:lvl3pPr>
              <a:buNone/>
              <a:defRPr sz="3450" b="1">
                <a:solidFill>
                  <a:srgbClr val="14343B"/>
                </a:solidFill>
              </a:defRPr>
            </a:lvl3pPr>
            <a:lvl4pPr>
              <a:buNone/>
              <a:defRPr sz="3450" b="1">
                <a:solidFill>
                  <a:srgbClr val="14343B"/>
                </a:solidFill>
              </a:defRPr>
            </a:lvl4pPr>
            <a:lvl5pPr>
              <a:buNone/>
              <a:defRPr sz="3450" b="1">
                <a:solidFill>
                  <a:srgbClr val="14343B"/>
                </a:solidFill>
              </a:defRPr>
            </a:lvl5pPr>
            <a:lvl6pPr>
              <a:buNone/>
              <a:defRPr sz="3450" b="1">
                <a:solidFill>
                  <a:srgbClr val="14343B"/>
                </a:solidFill>
              </a:defRPr>
            </a:lvl6pPr>
            <a:lvl7pPr>
              <a:buNone/>
              <a:defRPr sz="3450" b="1">
                <a:solidFill>
                  <a:srgbClr val="14343B"/>
                </a:solidFill>
              </a:defRPr>
            </a:lvl7pPr>
            <a:lvl8pPr>
              <a:buNone/>
              <a:defRPr sz="3450" b="1">
                <a:solidFill>
                  <a:srgbClr val="14343B"/>
                </a:solidFill>
              </a:defRPr>
            </a:lvl8pPr>
            <a:lvl9pPr>
              <a:buNone/>
              <a:defRPr sz="3450" b="1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4343B"/>
                </a:solidFill>
              </a:defRPr>
            </a:pPr>
            <a:r>
              <a:rPr sz="3450" b="1">
                <a:solidFill>
                  <a:srgbClr val="14343B"/>
                </a:solidFill>
              </a:rPr>
              <a:t>A contribution the host can assess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D4C1E-4F71-46B0-97F5-E2F61348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76C60"/>
                </a:solidFill>
              </a:defRPr>
            </a:defPPr>
            <a:lvl1pPr>
              <a:buNone/>
              <a:defRPr sz="2700" b="0">
                <a:solidFill>
                  <a:srgbClr val="276C60"/>
                </a:solidFill>
              </a:defRPr>
            </a:lvl1pPr>
            <a:lvl2pPr>
              <a:buNone/>
              <a:defRPr sz="2700" b="0">
                <a:solidFill>
                  <a:srgbClr val="276C60"/>
                </a:solidFill>
              </a:defRPr>
            </a:lvl2pPr>
            <a:lvl3pPr>
              <a:buNone/>
              <a:defRPr sz="2700" b="0">
                <a:solidFill>
                  <a:srgbClr val="276C60"/>
                </a:solidFill>
              </a:defRPr>
            </a:lvl3pPr>
            <a:lvl4pPr>
              <a:buNone/>
              <a:defRPr sz="2700" b="0">
                <a:solidFill>
                  <a:srgbClr val="276C60"/>
                </a:solidFill>
              </a:defRPr>
            </a:lvl4pPr>
            <a:lvl5pPr>
              <a:buNone/>
              <a:defRPr sz="2700" b="0">
                <a:solidFill>
                  <a:srgbClr val="276C60"/>
                </a:solidFill>
              </a:defRPr>
            </a:lvl5pPr>
            <a:lvl6pPr>
              <a:buNone/>
              <a:defRPr sz="2700" b="0">
                <a:solidFill>
                  <a:srgbClr val="276C60"/>
                </a:solidFill>
              </a:defRPr>
            </a:lvl6pPr>
            <a:lvl7pPr>
              <a:buNone/>
              <a:defRPr sz="2700" b="0">
                <a:solidFill>
                  <a:srgbClr val="276C60"/>
                </a:solidFill>
              </a:defRPr>
            </a:lvl7pPr>
            <a:lvl8pPr>
              <a:buNone/>
              <a:defRPr sz="2700" b="0">
                <a:solidFill>
                  <a:srgbClr val="276C60"/>
                </a:solidFill>
              </a:defRPr>
            </a:lvl8pPr>
            <a:lvl9pPr>
              <a:buNone/>
              <a:defRPr sz="2700" b="0">
                <a:solidFill>
                  <a:srgbClr val="276C60"/>
                </a:solidFill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76C60"/>
                </a:solidFill>
              </a:defRPr>
            </a:pPr>
            <a:r>
              <a:rPr sz="2700" b="0">
                <a:solidFill>
                  <a:srgbClr val="276C60"/>
                </a:solidFill>
              </a:rPr>
              <a:t>Source → proposed reading → credited sidecar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F8B57-520C-4E9B-87CC-4A76B642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343B"/>
                </a:solidFill>
              </a:defRPr>
            </a:defPPr>
            <a:lvl1pPr>
              <a:buNone/>
              <a:defRPr sz="2175" b="0">
                <a:solidFill>
                  <a:srgbClr val="14343B"/>
                </a:solidFill>
              </a:defRPr>
            </a:lvl1pPr>
            <a:lvl2pPr>
              <a:buNone/>
              <a:defRPr sz="2175" b="0">
                <a:solidFill>
                  <a:srgbClr val="14343B"/>
                </a:solidFill>
              </a:defRPr>
            </a:lvl2pPr>
            <a:lvl3pPr>
              <a:buNone/>
              <a:defRPr sz="2175" b="0">
                <a:solidFill>
                  <a:srgbClr val="14343B"/>
                </a:solidFill>
              </a:defRPr>
            </a:lvl3pPr>
            <a:lvl4pPr>
              <a:buNone/>
              <a:defRPr sz="2175" b="0">
                <a:solidFill>
                  <a:srgbClr val="14343B"/>
                </a:solidFill>
              </a:defRPr>
            </a:lvl4pPr>
            <a:lvl5pPr>
              <a:buNone/>
              <a:defRPr sz="2175" b="0">
                <a:solidFill>
                  <a:srgbClr val="14343B"/>
                </a:solidFill>
              </a:defRPr>
            </a:lvl5pPr>
            <a:lvl6pPr>
              <a:buNone/>
              <a:defRPr sz="2175" b="0">
                <a:solidFill>
                  <a:srgbClr val="14343B"/>
                </a:solidFill>
              </a:defRPr>
            </a:lvl6pPr>
            <a:lvl7pPr>
              <a:buNone/>
              <a:defRPr sz="2175" b="0">
                <a:solidFill>
                  <a:srgbClr val="14343B"/>
                </a:solidFill>
              </a:defRPr>
            </a:lvl7pPr>
            <a:lvl8pPr>
              <a:buNone/>
              <a:defRPr sz="2175" b="0">
                <a:solidFill>
                  <a:srgbClr val="14343B"/>
                </a:solidFill>
              </a:defRPr>
            </a:lvl8pPr>
            <a:lvl9pPr>
              <a:buNone/>
              <a:defRPr sz="2175" b="0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Click a source highlight or reach it by keyboard.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Compare the original and proposed readings.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Record contributor credit, reason and uncertainty.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Keep AI assistance and mentor decisions separate.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Export the record; the host decides on adoption.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C75B5-8AAD-4D6F-9764-01E04169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69"/>
                </a:solidFill>
              </a:defRPr>
            </a:defPPr>
            <a:lvl1pPr>
              <a:buNone/>
              <a:defRPr sz="1200" b="0">
                <a:solidFill>
                  <a:srgbClr val="526469"/>
                </a:solidFill>
              </a:defRPr>
            </a:lvl1pPr>
            <a:lvl2pPr>
              <a:buNone/>
              <a:defRPr sz="1200" b="0">
                <a:solidFill>
                  <a:srgbClr val="526469"/>
                </a:solidFill>
              </a:defRPr>
            </a:lvl2pPr>
            <a:lvl3pPr>
              <a:buNone/>
              <a:defRPr sz="1200" b="0">
                <a:solidFill>
                  <a:srgbClr val="526469"/>
                </a:solidFill>
              </a:defRPr>
            </a:lvl3pPr>
            <a:lvl4pPr>
              <a:buNone/>
              <a:defRPr sz="1200" b="0">
                <a:solidFill>
                  <a:srgbClr val="526469"/>
                </a:solidFill>
              </a:defRPr>
            </a:lvl4pPr>
            <a:lvl5pPr>
              <a:buNone/>
              <a:defRPr sz="1200" b="0">
                <a:solidFill>
                  <a:srgbClr val="526469"/>
                </a:solidFill>
              </a:defRPr>
            </a:lvl5pPr>
            <a:lvl6pPr>
              <a:buNone/>
              <a:defRPr sz="1200" b="0">
                <a:solidFill>
                  <a:srgbClr val="526469"/>
                </a:solidFill>
              </a:defRPr>
            </a:lvl6pPr>
            <a:lvl7pPr>
              <a:buNone/>
              <a:defRPr sz="1200" b="0">
                <a:solidFill>
                  <a:srgbClr val="526469"/>
                </a:solidFill>
              </a:defRPr>
            </a:lvl7pPr>
            <a:lvl8pPr>
              <a:buNone/>
              <a:defRPr sz="1200" b="0">
                <a:solidFill>
                  <a:srgbClr val="526469"/>
                </a:solidFill>
              </a:defRPr>
            </a:lvl8pPr>
            <a:lvl9pPr>
              <a:buNone/>
              <a:defRPr sz="1200" b="0">
                <a:solidFill>
                  <a:srgbClr val="526469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469"/>
                </a:solidFill>
              </a:defRPr>
            </a:pPr>
            <a:r>
              <a:rPr sz="1200" b="0">
                <a:solidFill>
                  <a:srgbClr val="526469"/>
                </a:solidFill>
              </a:rPr>
              <a:t>2 / 7    Private review · October 19, 2026</a:t>
            </a:r>
          </a:p>
        </p:txBody>
      </p:sp>
    </p:spTree>
    <p:extLst>
      <p:ext uri="{BB962C8B-B14F-4D97-AF65-F5344CB8AC3E}">
        <p14:creationId xmlns:p14="http://schemas.microsoft.com/office/powerpoint/2010/main" val="1556247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31DA04-2A62-4CFF-B0A4-5B80C92C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343B"/>
                </a:solidFill>
              </a:defRPr>
            </a:defPPr>
            <a:lvl1pPr>
              <a:buNone/>
              <a:defRPr sz="3450" b="1">
                <a:solidFill>
                  <a:srgbClr val="14343B"/>
                </a:solidFill>
              </a:defRPr>
            </a:lvl1pPr>
            <a:lvl2pPr>
              <a:buNone/>
              <a:defRPr sz="3450" b="1">
                <a:solidFill>
                  <a:srgbClr val="14343B"/>
                </a:solidFill>
              </a:defRPr>
            </a:lvl2pPr>
            <a:lvl3pPr>
              <a:buNone/>
              <a:defRPr sz="3450" b="1">
                <a:solidFill>
                  <a:srgbClr val="14343B"/>
                </a:solidFill>
              </a:defRPr>
            </a:lvl3pPr>
            <a:lvl4pPr>
              <a:buNone/>
              <a:defRPr sz="3450" b="1">
                <a:solidFill>
                  <a:srgbClr val="14343B"/>
                </a:solidFill>
              </a:defRPr>
            </a:lvl4pPr>
            <a:lvl5pPr>
              <a:buNone/>
              <a:defRPr sz="3450" b="1">
                <a:solidFill>
                  <a:srgbClr val="14343B"/>
                </a:solidFill>
              </a:defRPr>
            </a:lvl5pPr>
            <a:lvl6pPr>
              <a:buNone/>
              <a:defRPr sz="3450" b="1">
                <a:solidFill>
                  <a:srgbClr val="14343B"/>
                </a:solidFill>
              </a:defRPr>
            </a:lvl6pPr>
            <a:lvl7pPr>
              <a:buNone/>
              <a:defRPr sz="3450" b="1">
                <a:solidFill>
                  <a:srgbClr val="14343B"/>
                </a:solidFill>
              </a:defRPr>
            </a:lvl7pPr>
            <a:lvl8pPr>
              <a:buNone/>
              <a:defRPr sz="3450" b="1">
                <a:solidFill>
                  <a:srgbClr val="14343B"/>
                </a:solidFill>
              </a:defRPr>
            </a:lvl8pPr>
            <a:lvl9pPr>
              <a:buNone/>
              <a:defRPr sz="3450" b="1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4343B"/>
                </a:solidFill>
              </a:defRPr>
            </a:pPr>
            <a:r>
              <a:rPr sz="3450" b="1">
                <a:solidFill>
                  <a:srgbClr val="14343B"/>
                </a:solidFill>
              </a:rPr>
              <a:t>One precise finding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F8653-7163-4D43-B0F6-DAE0117D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76C60"/>
                </a:solidFill>
              </a:defRPr>
            </a:defPPr>
            <a:lvl1pPr>
              <a:buNone/>
              <a:defRPr sz="2700" b="0">
                <a:solidFill>
                  <a:srgbClr val="276C60"/>
                </a:solidFill>
              </a:defRPr>
            </a:lvl1pPr>
            <a:lvl2pPr>
              <a:buNone/>
              <a:defRPr sz="2700" b="0">
                <a:solidFill>
                  <a:srgbClr val="276C60"/>
                </a:solidFill>
              </a:defRPr>
            </a:lvl2pPr>
            <a:lvl3pPr>
              <a:buNone/>
              <a:defRPr sz="2700" b="0">
                <a:solidFill>
                  <a:srgbClr val="276C60"/>
                </a:solidFill>
              </a:defRPr>
            </a:lvl3pPr>
            <a:lvl4pPr>
              <a:buNone/>
              <a:defRPr sz="2700" b="0">
                <a:solidFill>
                  <a:srgbClr val="276C60"/>
                </a:solidFill>
              </a:defRPr>
            </a:lvl4pPr>
            <a:lvl5pPr>
              <a:buNone/>
              <a:defRPr sz="2700" b="0">
                <a:solidFill>
                  <a:srgbClr val="276C60"/>
                </a:solidFill>
              </a:defRPr>
            </a:lvl5pPr>
            <a:lvl6pPr>
              <a:buNone/>
              <a:defRPr sz="2700" b="0">
                <a:solidFill>
                  <a:srgbClr val="276C60"/>
                </a:solidFill>
              </a:defRPr>
            </a:lvl6pPr>
            <a:lvl7pPr>
              <a:buNone/>
              <a:defRPr sz="2700" b="0">
                <a:solidFill>
                  <a:srgbClr val="276C60"/>
                </a:solidFill>
              </a:defRPr>
            </a:lvl7pPr>
            <a:lvl8pPr>
              <a:buNone/>
              <a:defRPr sz="2700" b="0">
                <a:solidFill>
                  <a:srgbClr val="276C60"/>
                </a:solidFill>
              </a:defRPr>
            </a:lvl8pPr>
            <a:lvl9pPr>
              <a:buNone/>
              <a:defRPr sz="2700" b="0">
                <a:solidFill>
                  <a:srgbClr val="276C60"/>
                </a:solidFill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76C60"/>
                </a:solidFill>
              </a:defRPr>
            </a:pPr>
            <a:r>
              <a:rPr sz="2700" b="0">
                <a:solidFill>
                  <a:srgbClr val="276C60"/>
                </a:solidFill>
              </a:rPr>
              <a:t>OCR, file-opening and rendering problems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0D974B-CE58-4349-8C43-A5C062648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343B"/>
                </a:solidFill>
              </a:defRPr>
            </a:defPPr>
            <a:lvl1pPr>
              <a:buNone/>
              <a:defRPr sz="2175" b="0">
                <a:solidFill>
                  <a:srgbClr val="14343B"/>
                </a:solidFill>
              </a:defRPr>
            </a:lvl1pPr>
            <a:lvl2pPr>
              <a:buNone/>
              <a:defRPr sz="2175" b="0">
                <a:solidFill>
                  <a:srgbClr val="14343B"/>
                </a:solidFill>
              </a:defRPr>
            </a:lvl2pPr>
            <a:lvl3pPr>
              <a:buNone/>
              <a:defRPr sz="2175" b="0">
                <a:solidFill>
                  <a:srgbClr val="14343B"/>
                </a:solidFill>
              </a:defRPr>
            </a:lvl3pPr>
            <a:lvl4pPr>
              <a:buNone/>
              <a:defRPr sz="2175" b="0">
                <a:solidFill>
                  <a:srgbClr val="14343B"/>
                </a:solidFill>
              </a:defRPr>
            </a:lvl4pPr>
            <a:lvl5pPr>
              <a:buNone/>
              <a:defRPr sz="2175" b="0">
                <a:solidFill>
                  <a:srgbClr val="14343B"/>
                </a:solidFill>
              </a:defRPr>
            </a:lvl5pPr>
            <a:lvl6pPr>
              <a:buNone/>
              <a:defRPr sz="2175" b="0">
                <a:solidFill>
                  <a:srgbClr val="14343B"/>
                </a:solidFill>
              </a:defRPr>
            </a:lvl6pPr>
            <a:lvl7pPr>
              <a:buNone/>
              <a:defRPr sz="2175" b="0">
                <a:solidFill>
                  <a:srgbClr val="14343B"/>
                </a:solidFill>
              </a:defRPr>
            </a:lvl7pPr>
            <a:lvl8pPr>
              <a:buNone/>
              <a:defRPr sz="2175" b="0">
                <a:solidFill>
                  <a:srgbClr val="14343B"/>
                </a:solidFill>
              </a:defRPr>
            </a:lvl8pPr>
            <a:lvl9pPr>
              <a:buNone/>
              <a:defRPr sz="2175" b="0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Compare supplied machine text with the source page.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Or record the tool, expected result and actual file problem.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Identify the exact file, version and passage when relevant.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Explain the evidence and what remains uncertain.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No LLM is required.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201411-7145-449D-A88D-D2EA0321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69"/>
                </a:solidFill>
              </a:defRPr>
            </a:defPPr>
            <a:lvl1pPr>
              <a:buNone/>
              <a:defRPr sz="1200" b="0">
                <a:solidFill>
                  <a:srgbClr val="526469"/>
                </a:solidFill>
              </a:defRPr>
            </a:lvl1pPr>
            <a:lvl2pPr>
              <a:buNone/>
              <a:defRPr sz="1200" b="0">
                <a:solidFill>
                  <a:srgbClr val="526469"/>
                </a:solidFill>
              </a:defRPr>
            </a:lvl2pPr>
            <a:lvl3pPr>
              <a:buNone/>
              <a:defRPr sz="1200" b="0">
                <a:solidFill>
                  <a:srgbClr val="526469"/>
                </a:solidFill>
              </a:defRPr>
            </a:lvl3pPr>
            <a:lvl4pPr>
              <a:buNone/>
              <a:defRPr sz="1200" b="0">
                <a:solidFill>
                  <a:srgbClr val="526469"/>
                </a:solidFill>
              </a:defRPr>
            </a:lvl4pPr>
            <a:lvl5pPr>
              <a:buNone/>
              <a:defRPr sz="1200" b="0">
                <a:solidFill>
                  <a:srgbClr val="526469"/>
                </a:solidFill>
              </a:defRPr>
            </a:lvl5pPr>
            <a:lvl6pPr>
              <a:buNone/>
              <a:defRPr sz="1200" b="0">
                <a:solidFill>
                  <a:srgbClr val="526469"/>
                </a:solidFill>
              </a:defRPr>
            </a:lvl6pPr>
            <a:lvl7pPr>
              <a:buNone/>
              <a:defRPr sz="1200" b="0">
                <a:solidFill>
                  <a:srgbClr val="526469"/>
                </a:solidFill>
              </a:defRPr>
            </a:lvl7pPr>
            <a:lvl8pPr>
              <a:buNone/>
              <a:defRPr sz="1200" b="0">
                <a:solidFill>
                  <a:srgbClr val="526469"/>
                </a:solidFill>
              </a:defRPr>
            </a:lvl8pPr>
            <a:lvl9pPr>
              <a:buNone/>
              <a:defRPr sz="1200" b="0">
                <a:solidFill>
                  <a:srgbClr val="526469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469"/>
                </a:solidFill>
              </a:defRPr>
            </a:pPr>
            <a:r>
              <a:rPr sz="1200" b="0">
                <a:solidFill>
                  <a:srgbClr val="526469"/>
                </a:solidFill>
              </a:rPr>
              <a:t>3 / 7    Private review · October 19, 2026</a:t>
            </a:r>
          </a:p>
        </p:txBody>
      </p:sp>
    </p:spTree>
    <p:extLst>
      <p:ext uri="{BB962C8B-B14F-4D97-AF65-F5344CB8AC3E}">
        <p14:creationId xmlns:p14="http://schemas.microsoft.com/office/powerpoint/2010/main" val="12363005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531B27-5EB3-495B-8671-355A61DD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343B"/>
                </a:solidFill>
              </a:defRPr>
            </a:defPPr>
            <a:lvl1pPr>
              <a:buNone/>
              <a:defRPr sz="3450" b="1">
                <a:solidFill>
                  <a:srgbClr val="14343B"/>
                </a:solidFill>
              </a:defRPr>
            </a:lvl1pPr>
            <a:lvl2pPr>
              <a:buNone/>
              <a:defRPr sz="3450" b="1">
                <a:solidFill>
                  <a:srgbClr val="14343B"/>
                </a:solidFill>
              </a:defRPr>
            </a:lvl2pPr>
            <a:lvl3pPr>
              <a:buNone/>
              <a:defRPr sz="3450" b="1">
                <a:solidFill>
                  <a:srgbClr val="14343B"/>
                </a:solidFill>
              </a:defRPr>
            </a:lvl3pPr>
            <a:lvl4pPr>
              <a:buNone/>
              <a:defRPr sz="3450" b="1">
                <a:solidFill>
                  <a:srgbClr val="14343B"/>
                </a:solidFill>
              </a:defRPr>
            </a:lvl4pPr>
            <a:lvl5pPr>
              <a:buNone/>
              <a:defRPr sz="3450" b="1">
                <a:solidFill>
                  <a:srgbClr val="14343B"/>
                </a:solidFill>
              </a:defRPr>
            </a:lvl5pPr>
            <a:lvl6pPr>
              <a:buNone/>
              <a:defRPr sz="3450" b="1">
                <a:solidFill>
                  <a:srgbClr val="14343B"/>
                </a:solidFill>
              </a:defRPr>
            </a:lvl6pPr>
            <a:lvl7pPr>
              <a:buNone/>
              <a:defRPr sz="3450" b="1">
                <a:solidFill>
                  <a:srgbClr val="14343B"/>
                </a:solidFill>
              </a:defRPr>
            </a:lvl7pPr>
            <a:lvl8pPr>
              <a:buNone/>
              <a:defRPr sz="3450" b="1">
                <a:solidFill>
                  <a:srgbClr val="14343B"/>
                </a:solidFill>
              </a:defRPr>
            </a:lvl8pPr>
            <a:lvl9pPr>
              <a:buNone/>
              <a:defRPr sz="3450" b="1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4343B"/>
                </a:solidFill>
              </a:defRPr>
            </a:pPr>
            <a:r>
              <a:rPr sz="3450" b="1">
                <a:solidFill>
                  <a:srgbClr val="14343B"/>
                </a:solidFill>
              </a:rPr>
              <a:t>A court page, a check another reader can repeat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5E073E-025B-4DDF-9F92-051EED03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76C60"/>
                </a:solidFill>
              </a:defRPr>
            </a:defPPr>
            <a:lvl1pPr>
              <a:buNone/>
              <a:defRPr sz="2700" b="0">
                <a:solidFill>
                  <a:srgbClr val="276C60"/>
                </a:solidFill>
              </a:defRPr>
            </a:lvl1pPr>
            <a:lvl2pPr>
              <a:buNone/>
              <a:defRPr sz="2700" b="0">
                <a:solidFill>
                  <a:srgbClr val="276C60"/>
                </a:solidFill>
              </a:defRPr>
            </a:lvl2pPr>
            <a:lvl3pPr>
              <a:buNone/>
              <a:defRPr sz="2700" b="0">
                <a:solidFill>
                  <a:srgbClr val="276C60"/>
                </a:solidFill>
              </a:defRPr>
            </a:lvl3pPr>
            <a:lvl4pPr>
              <a:buNone/>
              <a:defRPr sz="2700" b="0">
                <a:solidFill>
                  <a:srgbClr val="276C60"/>
                </a:solidFill>
              </a:defRPr>
            </a:lvl4pPr>
            <a:lvl5pPr>
              <a:buNone/>
              <a:defRPr sz="2700" b="0">
                <a:solidFill>
                  <a:srgbClr val="276C60"/>
                </a:solidFill>
              </a:defRPr>
            </a:lvl5pPr>
            <a:lvl6pPr>
              <a:buNone/>
              <a:defRPr sz="2700" b="0">
                <a:solidFill>
                  <a:srgbClr val="276C60"/>
                </a:solidFill>
              </a:defRPr>
            </a:lvl6pPr>
            <a:lvl7pPr>
              <a:buNone/>
              <a:defRPr sz="2700" b="0">
                <a:solidFill>
                  <a:srgbClr val="276C60"/>
                </a:solidFill>
              </a:defRPr>
            </a:lvl7pPr>
            <a:lvl8pPr>
              <a:buNone/>
              <a:defRPr sz="2700" b="0">
                <a:solidFill>
                  <a:srgbClr val="276C60"/>
                </a:solidFill>
              </a:defRPr>
            </a:lvl8pPr>
            <a:lvl9pPr>
              <a:buNone/>
              <a:defRPr sz="2700" b="0">
                <a:solidFill>
                  <a:srgbClr val="276C60"/>
                </a:solidFill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76C60"/>
                </a:solidFill>
              </a:defRPr>
            </a:pPr>
            <a:r>
              <a:rPr sz="2700" b="0">
                <a:solidFill>
                  <a:srgbClr val="276C60"/>
                </a:solidFill>
              </a:rPr>
              <a:t>United States v. Spearin · construction contract · 1918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16D8EB-3FB0-410A-A0CA-FDC36F5C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343B"/>
                </a:solidFill>
              </a:defRPr>
            </a:defPPr>
            <a:lvl1pPr>
              <a:buNone/>
              <a:defRPr sz="2175" b="0">
                <a:solidFill>
                  <a:srgbClr val="14343B"/>
                </a:solidFill>
              </a:defRPr>
            </a:lvl1pPr>
            <a:lvl2pPr>
              <a:buNone/>
              <a:defRPr sz="2175" b="0">
                <a:solidFill>
                  <a:srgbClr val="14343B"/>
                </a:solidFill>
              </a:defRPr>
            </a:lvl2pPr>
            <a:lvl3pPr>
              <a:buNone/>
              <a:defRPr sz="2175" b="0">
                <a:solidFill>
                  <a:srgbClr val="14343B"/>
                </a:solidFill>
              </a:defRPr>
            </a:lvl3pPr>
            <a:lvl4pPr>
              <a:buNone/>
              <a:defRPr sz="2175" b="0">
                <a:solidFill>
                  <a:srgbClr val="14343B"/>
                </a:solidFill>
              </a:defRPr>
            </a:lvl4pPr>
            <a:lvl5pPr>
              <a:buNone/>
              <a:defRPr sz="2175" b="0">
                <a:solidFill>
                  <a:srgbClr val="14343B"/>
                </a:solidFill>
              </a:defRPr>
            </a:lvl5pPr>
            <a:lvl6pPr>
              <a:buNone/>
              <a:defRPr sz="2175" b="0">
                <a:solidFill>
                  <a:srgbClr val="14343B"/>
                </a:solidFill>
              </a:defRPr>
            </a:lvl6pPr>
            <a:lvl7pPr>
              <a:buNone/>
              <a:defRPr sz="2175" b="0">
                <a:solidFill>
                  <a:srgbClr val="14343B"/>
                </a:solidFill>
              </a:defRPr>
            </a:lvl7pPr>
            <a:lvl8pPr>
              <a:buNone/>
              <a:defRPr sz="2175" b="0">
                <a:solidFill>
                  <a:srgbClr val="14343B"/>
                </a:solidFill>
              </a:defRPr>
            </a:lvl8pPr>
            <a:lvl9pPr>
              <a:buNone/>
              <a:defRPr sz="2175" b="0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Open a permitted page excerpt and its machine reading.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Inspect the indicated fraction or citation.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Propose only a reading the source supports.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Save the reason, uncertainty and contributor label.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The demo task is a lead, not a completed human correction.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1EFE0-C772-4B89-B7AB-1A606E04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69"/>
                </a:solidFill>
              </a:defRPr>
            </a:defPPr>
            <a:lvl1pPr>
              <a:buNone/>
              <a:defRPr sz="1200" b="0">
                <a:solidFill>
                  <a:srgbClr val="526469"/>
                </a:solidFill>
              </a:defRPr>
            </a:lvl1pPr>
            <a:lvl2pPr>
              <a:buNone/>
              <a:defRPr sz="1200" b="0">
                <a:solidFill>
                  <a:srgbClr val="526469"/>
                </a:solidFill>
              </a:defRPr>
            </a:lvl2pPr>
            <a:lvl3pPr>
              <a:buNone/>
              <a:defRPr sz="1200" b="0">
                <a:solidFill>
                  <a:srgbClr val="526469"/>
                </a:solidFill>
              </a:defRPr>
            </a:lvl3pPr>
            <a:lvl4pPr>
              <a:buNone/>
              <a:defRPr sz="1200" b="0">
                <a:solidFill>
                  <a:srgbClr val="526469"/>
                </a:solidFill>
              </a:defRPr>
            </a:lvl4pPr>
            <a:lvl5pPr>
              <a:buNone/>
              <a:defRPr sz="1200" b="0">
                <a:solidFill>
                  <a:srgbClr val="526469"/>
                </a:solidFill>
              </a:defRPr>
            </a:lvl5pPr>
            <a:lvl6pPr>
              <a:buNone/>
              <a:defRPr sz="1200" b="0">
                <a:solidFill>
                  <a:srgbClr val="526469"/>
                </a:solidFill>
              </a:defRPr>
            </a:lvl6pPr>
            <a:lvl7pPr>
              <a:buNone/>
              <a:defRPr sz="1200" b="0">
                <a:solidFill>
                  <a:srgbClr val="526469"/>
                </a:solidFill>
              </a:defRPr>
            </a:lvl7pPr>
            <a:lvl8pPr>
              <a:buNone/>
              <a:defRPr sz="1200" b="0">
                <a:solidFill>
                  <a:srgbClr val="526469"/>
                </a:solidFill>
              </a:defRPr>
            </a:lvl8pPr>
            <a:lvl9pPr>
              <a:buNone/>
              <a:defRPr sz="1200" b="0">
                <a:solidFill>
                  <a:srgbClr val="526469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469"/>
                </a:solidFill>
              </a:defRPr>
            </a:pPr>
            <a:r>
              <a:rPr sz="1200" b="0">
                <a:solidFill>
                  <a:srgbClr val="526469"/>
                </a:solidFill>
              </a:rPr>
              <a:t>4 / 7    Private review · October 19, 2026</a:t>
            </a:r>
          </a:p>
        </p:txBody>
      </p:sp>
    </p:spTree>
    <p:extLst>
      <p:ext uri="{BB962C8B-B14F-4D97-AF65-F5344CB8AC3E}">
        <p14:creationId xmlns:p14="http://schemas.microsoft.com/office/powerpoint/2010/main" val="19620095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2D239D-C8EC-44FE-A762-1D2B9730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343B"/>
                </a:solidFill>
              </a:defRPr>
            </a:defPPr>
            <a:lvl1pPr>
              <a:buNone/>
              <a:defRPr sz="3450" b="1">
                <a:solidFill>
                  <a:srgbClr val="14343B"/>
                </a:solidFill>
              </a:defRPr>
            </a:lvl1pPr>
            <a:lvl2pPr>
              <a:buNone/>
              <a:defRPr sz="3450" b="1">
                <a:solidFill>
                  <a:srgbClr val="14343B"/>
                </a:solidFill>
              </a:defRPr>
            </a:lvl2pPr>
            <a:lvl3pPr>
              <a:buNone/>
              <a:defRPr sz="3450" b="1">
                <a:solidFill>
                  <a:srgbClr val="14343B"/>
                </a:solidFill>
              </a:defRPr>
            </a:lvl3pPr>
            <a:lvl4pPr>
              <a:buNone/>
              <a:defRPr sz="3450" b="1">
                <a:solidFill>
                  <a:srgbClr val="14343B"/>
                </a:solidFill>
              </a:defRPr>
            </a:lvl4pPr>
            <a:lvl5pPr>
              <a:buNone/>
              <a:defRPr sz="3450" b="1">
                <a:solidFill>
                  <a:srgbClr val="14343B"/>
                </a:solidFill>
              </a:defRPr>
            </a:lvl5pPr>
            <a:lvl6pPr>
              <a:buNone/>
              <a:defRPr sz="3450" b="1">
                <a:solidFill>
                  <a:srgbClr val="14343B"/>
                </a:solidFill>
              </a:defRPr>
            </a:lvl6pPr>
            <a:lvl7pPr>
              <a:buNone/>
              <a:defRPr sz="3450" b="1">
                <a:solidFill>
                  <a:srgbClr val="14343B"/>
                </a:solidFill>
              </a:defRPr>
            </a:lvl7pPr>
            <a:lvl8pPr>
              <a:buNone/>
              <a:defRPr sz="3450" b="1">
                <a:solidFill>
                  <a:srgbClr val="14343B"/>
                </a:solidFill>
              </a:defRPr>
            </a:lvl8pPr>
            <a:lvl9pPr>
              <a:buNone/>
              <a:defRPr sz="3450" b="1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4343B"/>
                </a:solidFill>
              </a:defRPr>
            </a:pPr>
            <a:r>
              <a:rPr sz="3450" b="1">
                <a:solidFill>
                  <a:srgbClr val="14343B"/>
                </a:solidFill>
              </a:rPr>
              <a:t>The sidecar preserves the contribution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A0F61-1674-4F5B-B6C5-3CAC85BE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76C60"/>
                </a:solidFill>
              </a:defRPr>
            </a:defPPr>
            <a:lvl1pPr>
              <a:buNone/>
              <a:defRPr sz="2700" b="0">
                <a:solidFill>
                  <a:srgbClr val="276C60"/>
                </a:solidFill>
              </a:defRPr>
            </a:lvl1pPr>
            <a:lvl2pPr>
              <a:buNone/>
              <a:defRPr sz="2700" b="0">
                <a:solidFill>
                  <a:srgbClr val="276C60"/>
                </a:solidFill>
              </a:defRPr>
            </a:lvl2pPr>
            <a:lvl3pPr>
              <a:buNone/>
              <a:defRPr sz="2700" b="0">
                <a:solidFill>
                  <a:srgbClr val="276C60"/>
                </a:solidFill>
              </a:defRPr>
            </a:lvl3pPr>
            <a:lvl4pPr>
              <a:buNone/>
              <a:defRPr sz="2700" b="0">
                <a:solidFill>
                  <a:srgbClr val="276C60"/>
                </a:solidFill>
              </a:defRPr>
            </a:lvl4pPr>
            <a:lvl5pPr>
              <a:buNone/>
              <a:defRPr sz="2700" b="0">
                <a:solidFill>
                  <a:srgbClr val="276C60"/>
                </a:solidFill>
              </a:defRPr>
            </a:lvl5pPr>
            <a:lvl6pPr>
              <a:buNone/>
              <a:defRPr sz="2700" b="0">
                <a:solidFill>
                  <a:srgbClr val="276C60"/>
                </a:solidFill>
              </a:defRPr>
            </a:lvl6pPr>
            <a:lvl7pPr>
              <a:buNone/>
              <a:defRPr sz="2700" b="0">
                <a:solidFill>
                  <a:srgbClr val="276C60"/>
                </a:solidFill>
              </a:defRPr>
            </a:lvl7pPr>
            <a:lvl8pPr>
              <a:buNone/>
              <a:defRPr sz="2700" b="0">
                <a:solidFill>
                  <a:srgbClr val="276C60"/>
                </a:solidFill>
              </a:defRPr>
            </a:lvl8pPr>
            <a:lvl9pPr>
              <a:buNone/>
              <a:defRPr sz="2700" b="0">
                <a:solidFill>
                  <a:srgbClr val="276C60"/>
                </a:solidFill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76C60"/>
                </a:solidFill>
              </a:defRPr>
            </a:pPr>
            <a:r>
              <a:rPr sz="2700" b="0">
                <a:solidFill>
                  <a:srgbClr val="276C60"/>
                </a:solidFill>
              </a:rPr>
              <a:t>Readable correction JSON; separate recovery backup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5460A-C373-4DB0-A07F-EADA76579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343B"/>
                </a:solidFill>
              </a:defRPr>
            </a:defPPr>
            <a:lvl1pPr>
              <a:buNone/>
              <a:defRPr sz="2175" b="0">
                <a:solidFill>
                  <a:srgbClr val="14343B"/>
                </a:solidFill>
              </a:defRPr>
            </a:lvl1pPr>
            <a:lvl2pPr>
              <a:buNone/>
              <a:defRPr sz="2175" b="0">
                <a:solidFill>
                  <a:srgbClr val="14343B"/>
                </a:solidFill>
              </a:defRPr>
            </a:lvl2pPr>
            <a:lvl3pPr>
              <a:buNone/>
              <a:defRPr sz="2175" b="0">
                <a:solidFill>
                  <a:srgbClr val="14343B"/>
                </a:solidFill>
              </a:defRPr>
            </a:lvl3pPr>
            <a:lvl4pPr>
              <a:buNone/>
              <a:defRPr sz="2175" b="0">
                <a:solidFill>
                  <a:srgbClr val="14343B"/>
                </a:solidFill>
              </a:defRPr>
            </a:lvl4pPr>
            <a:lvl5pPr>
              <a:buNone/>
              <a:defRPr sz="2175" b="0">
                <a:solidFill>
                  <a:srgbClr val="14343B"/>
                </a:solidFill>
              </a:defRPr>
            </a:lvl5pPr>
            <a:lvl6pPr>
              <a:buNone/>
              <a:defRPr sz="2175" b="0">
                <a:solidFill>
                  <a:srgbClr val="14343B"/>
                </a:solidFill>
              </a:defRPr>
            </a:lvl6pPr>
            <a:lvl7pPr>
              <a:buNone/>
              <a:defRPr sz="2175" b="0">
                <a:solidFill>
                  <a:srgbClr val="14343B"/>
                </a:solidFill>
              </a:defRPr>
            </a:lvl7pPr>
            <a:lvl8pPr>
              <a:buNone/>
              <a:defRPr sz="2175" b="0">
                <a:solidFill>
                  <a:srgbClr val="14343B"/>
                </a:solidFill>
              </a:defRPr>
            </a:lvl8pPr>
            <a:lvl9pPr>
              <a:buNone/>
              <a:defRPr sz="2175" b="0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Retain source identity, passage, readings and reasons.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Credit the contributor, assistance and reviewers separately.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Reopen saved judgments, disputes and mentor guidance.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Keep original source bytes and backups separately.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Optional WAL preserves linked snapshots in its own workbench.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BF3E5-1A8F-44D5-95E2-227AAEBA4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69"/>
                </a:solidFill>
              </a:defRPr>
            </a:defPPr>
            <a:lvl1pPr>
              <a:buNone/>
              <a:defRPr sz="1200" b="0">
                <a:solidFill>
                  <a:srgbClr val="526469"/>
                </a:solidFill>
              </a:defRPr>
            </a:lvl1pPr>
            <a:lvl2pPr>
              <a:buNone/>
              <a:defRPr sz="1200" b="0">
                <a:solidFill>
                  <a:srgbClr val="526469"/>
                </a:solidFill>
              </a:defRPr>
            </a:lvl2pPr>
            <a:lvl3pPr>
              <a:buNone/>
              <a:defRPr sz="1200" b="0">
                <a:solidFill>
                  <a:srgbClr val="526469"/>
                </a:solidFill>
              </a:defRPr>
            </a:lvl3pPr>
            <a:lvl4pPr>
              <a:buNone/>
              <a:defRPr sz="1200" b="0">
                <a:solidFill>
                  <a:srgbClr val="526469"/>
                </a:solidFill>
              </a:defRPr>
            </a:lvl4pPr>
            <a:lvl5pPr>
              <a:buNone/>
              <a:defRPr sz="1200" b="0">
                <a:solidFill>
                  <a:srgbClr val="526469"/>
                </a:solidFill>
              </a:defRPr>
            </a:lvl5pPr>
            <a:lvl6pPr>
              <a:buNone/>
              <a:defRPr sz="1200" b="0">
                <a:solidFill>
                  <a:srgbClr val="526469"/>
                </a:solidFill>
              </a:defRPr>
            </a:lvl6pPr>
            <a:lvl7pPr>
              <a:buNone/>
              <a:defRPr sz="1200" b="0">
                <a:solidFill>
                  <a:srgbClr val="526469"/>
                </a:solidFill>
              </a:defRPr>
            </a:lvl7pPr>
            <a:lvl8pPr>
              <a:buNone/>
              <a:defRPr sz="1200" b="0">
                <a:solidFill>
                  <a:srgbClr val="526469"/>
                </a:solidFill>
              </a:defRPr>
            </a:lvl8pPr>
            <a:lvl9pPr>
              <a:buNone/>
              <a:defRPr sz="1200" b="0">
                <a:solidFill>
                  <a:srgbClr val="526469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469"/>
                </a:solidFill>
              </a:defRPr>
            </a:pPr>
            <a:r>
              <a:rPr sz="1200" b="0">
                <a:solidFill>
                  <a:srgbClr val="526469"/>
                </a:solidFill>
              </a:rPr>
              <a:t>5 / 7    Private review · October 19, 2026</a:t>
            </a:r>
          </a:p>
        </p:txBody>
      </p:sp>
    </p:spTree>
    <p:extLst>
      <p:ext uri="{BB962C8B-B14F-4D97-AF65-F5344CB8AC3E}">
        <p14:creationId xmlns:p14="http://schemas.microsoft.com/office/powerpoint/2010/main" val="20868558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DCAADF-C94E-4DF8-BB15-A1C57B5E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343B"/>
                </a:solidFill>
              </a:defRPr>
            </a:defPPr>
            <a:lvl1pPr>
              <a:buNone/>
              <a:defRPr sz="3450" b="1">
                <a:solidFill>
                  <a:srgbClr val="14343B"/>
                </a:solidFill>
              </a:defRPr>
            </a:lvl1pPr>
            <a:lvl2pPr>
              <a:buNone/>
              <a:defRPr sz="3450" b="1">
                <a:solidFill>
                  <a:srgbClr val="14343B"/>
                </a:solidFill>
              </a:defRPr>
            </a:lvl2pPr>
            <a:lvl3pPr>
              <a:buNone/>
              <a:defRPr sz="3450" b="1">
                <a:solidFill>
                  <a:srgbClr val="14343B"/>
                </a:solidFill>
              </a:defRPr>
            </a:lvl3pPr>
            <a:lvl4pPr>
              <a:buNone/>
              <a:defRPr sz="3450" b="1">
                <a:solidFill>
                  <a:srgbClr val="14343B"/>
                </a:solidFill>
              </a:defRPr>
            </a:lvl4pPr>
            <a:lvl5pPr>
              <a:buNone/>
              <a:defRPr sz="3450" b="1">
                <a:solidFill>
                  <a:srgbClr val="14343B"/>
                </a:solidFill>
              </a:defRPr>
            </a:lvl5pPr>
            <a:lvl6pPr>
              <a:buNone/>
              <a:defRPr sz="3450" b="1">
                <a:solidFill>
                  <a:srgbClr val="14343B"/>
                </a:solidFill>
              </a:defRPr>
            </a:lvl6pPr>
            <a:lvl7pPr>
              <a:buNone/>
              <a:defRPr sz="3450" b="1">
                <a:solidFill>
                  <a:srgbClr val="14343B"/>
                </a:solidFill>
              </a:defRPr>
            </a:lvl7pPr>
            <a:lvl8pPr>
              <a:buNone/>
              <a:defRPr sz="3450" b="1">
                <a:solidFill>
                  <a:srgbClr val="14343B"/>
                </a:solidFill>
              </a:defRPr>
            </a:lvl8pPr>
            <a:lvl9pPr>
              <a:buNone/>
              <a:defRPr sz="3450" b="1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4343B"/>
                </a:solidFill>
              </a:defRPr>
            </a:pPr>
            <a:r>
              <a:rPr sz="3450" b="1">
                <a:solidFill>
                  <a:srgbClr val="14343B"/>
                </a:solidFill>
              </a:rPr>
              <a:t>The host's adoption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AE3E3F-7B67-4886-8E36-567F92E4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76C60"/>
                </a:solidFill>
              </a:defRPr>
            </a:defPPr>
            <a:lvl1pPr>
              <a:buNone/>
              <a:defRPr sz="2700" b="0">
                <a:solidFill>
                  <a:srgbClr val="276C60"/>
                </a:solidFill>
              </a:defRPr>
            </a:lvl1pPr>
            <a:lvl2pPr>
              <a:buNone/>
              <a:defRPr sz="2700" b="0">
                <a:solidFill>
                  <a:srgbClr val="276C60"/>
                </a:solidFill>
              </a:defRPr>
            </a:lvl2pPr>
            <a:lvl3pPr>
              <a:buNone/>
              <a:defRPr sz="2700" b="0">
                <a:solidFill>
                  <a:srgbClr val="276C60"/>
                </a:solidFill>
              </a:defRPr>
            </a:lvl3pPr>
            <a:lvl4pPr>
              <a:buNone/>
              <a:defRPr sz="2700" b="0">
                <a:solidFill>
                  <a:srgbClr val="276C60"/>
                </a:solidFill>
              </a:defRPr>
            </a:lvl4pPr>
            <a:lvl5pPr>
              <a:buNone/>
              <a:defRPr sz="2700" b="0">
                <a:solidFill>
                  <a:srgbClr val="276C60"/>
                </a:solidFill>
              </a:defRPr>
            </a:lvl5pPr>
            <a:lvl6pPr>
              <a:buNone/>
              <a:defRPr sz="2700" b="0">
                <a:solidFill>
                  <a:srgbClr val="276C60"/>
                </a:solidFill>
              </a:defRPr>
            </a:lvl6pPr>
            <a:lvl7pPr>
              <a:buNone/>
              <a:defRPr sz="2700" b="0">
                <a:solidFill>
                  <a:srgbClr val="276C60"/>
                </a:solidFill>
              </a:defRPr>
            </a:lvl7pPr>
            <a:lvl8pPr>
              <a:buNone/>
              <a:defRPr sz="2700" b="0">
                <a:solidFill>
                  <a:srgbClr val="276C60"/>
                </a:solidFill>
              </a:defRPr>
            </a:lvl8pPr>
            <a:lvl9pPr>
              <a:buNone/>
              <a:defRPr sz="2700" b="0">
                <a:solidFill>
                  <a:srgbClr val="276C60"/>
                </a:solidFill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76C60"/>
                </a:solidFill>
              </a:defRPr>
            </a:pPr>
            <a:r>
              <a:rPr sz="2700" b="0">
                <a:solidFill>
                  <a:srgbClr val="276C60"/>
                </a:solidFill>
              </a:rPr>
              <a:t>A proposed contribution with visible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B5F5B5-D11B-42BE-91AD-B521A388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343B"/>
                </a:solidFill>
              </a:defRPr>
            </a:defPPr>
            <a:lvl1pPr>
              <a:buNone/>
              <a:defRPr sz="2175" b="0">
                <a:solidFill>
                  <a:srgbClr val="14343B"/>
                </a:solidFill>
              </a:defRPr>
            </a:lvl1pPr>
            <a:lvl2pPr>
              <a:buNone/>
              <a:defRPr sz="2175" b="0">
                <a:solidFill>
                  <a:srgbClr val="14343B"/>
                </a:solidFill>
              </a:defRPr>
            </a:lvl2pPr>
            <a:lvl3pPr>
              <a:buNone/>
              <a:defRPr sz="2175" b="0">
                <a:solidFill>
                  <a:srgbClr val="14343B"/>
                </a:solidFill>
              </a:defRPr>
            </a:lvl3pPr>
            <a:lvl4pPr>
              <a:buNone/>
              <a:defRPr sz="2175" b="0">
                <a:solidFill>
                  <a:srgbClr val="14343B"/>
                </a:solidFill>
              </a:defRPr>
            </a:lvl4pPr>
            <a:lvl5pPr>
              <a:buNone/>
              <a:defRPr sz="2175" b="0">
                <a:solidFill>
                  <a:srgbClr val="14343B"/>
                </a:solidFill>
              </a:defRPr>
            </a:lvl5pPr>
            <a:lvl6pPr>
              <a:buNone/>
              <a:defRPr sz="2175" b="0">
                <a:solidFill>
                  <a:srgbClr val="14343B"/>
                </a:solidFill>
              </a:defRPr>
            </a:lvl6pPr>
            <a:lvl7pPr>
              <a:buNone/>
              <a:defRPr sz="2175" b="0">
                <a:solidFill>
                  <a:srgbClr val="14343B"/>
                </a:solidFill>
              </a:defRPr>
            </a:lvl7pPr>
            <a:lvl8pPr>
              <a:buNone/>
              <a:defRPr sz="2175" b="0">
                <a:solidFill>
                  <a:srgbClr val="14343B"/>
                </a:solidFill>
              </a:defRPr>
            </a:lvl8pPr>
            <a:lvl9pPr>
              <a:buNone/>
              <a:defRPr sz="2175" b="0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Submit separately under the host's agreed process.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The host decides whether to adopt the finding.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Hashes check bytes, not identity or truth.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Export grants no sharing rights and does not submit an item.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Contributor labels do not authenticate people.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Internet Archive has not endorsed or adopted Reckoner.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FC9B37-121F-43AE-8689-D18040A1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69"/>
                </a:solidFill>
              </a:defRPr>
            </a:defPPr>
            <a:lvl1pPr>
              <a:buNone/>
              <a:defRPr sz="1200" b="0">
                <a:solidFill>
                  <a:srgbClr val="526469"/>
                </a:solidFill>
              </a:defRPr>
            </a:lvl1pPr>
            <a:lvl2pPr>
              <a:buNone/>
              <a:defRPr sz="1200" b="0">
                <a:solidFill>
                  <a:srgbClr val="526469"/>
                </a:solidFill>
              </a:defRPr>
            </a:lvl2pPr>
            <a:lvl3pPr>
              <a:buNone/>
              <a:defRPr sz="1200" b="0">
                <a:solidFill>
                  <a:srgbClr val="526469"/>
                </a:solidFill>
              </a:defRPr>
            </a:lvl3pPr>
            <a:lvl4pPr>
              <a:buNone/>
              <a:defRPr sz="1200" b="0">
                <a:solidFill>
                  <a:srgbClr val="526469"/>
                </a:solidFill>
              </a:defRPr>
            </a:lvl4pPr>
            <a:lvl5pPr>
              <a:buNone/>
              <a:defRPr sz="1200" b="0">
                <a:solidFill>
                  <a:srgbClr val="526469"/>
                </a:solidFill>
              </a:defRPr>
            </a:lvl5pPr>
            <a:lvl6pPr>
              <a:buNone/>
              <a:defRPr sz="1200" b="0">
                <a:solidFill>
                  <a:srgbClr val="526469"/>
                </a:solidFill>
              </a:defRPr>
            </a:lvl6pPr>
            <a:lvl7pPr>
              <a:buNone/>
              <a:defRPr sz="1200" b="0">
                <a:solidFill>
                  <a:srgbClr val="526469"/>
                </a:solidFill>
              </a:defRPr>
            </a:lvl7pPr>
            <a:lvl8pPr>
              <a:buNone/>
              <a:defRPr sz="1200" b="0">
                <a:solidFill>
                  <a:srgbClr val="526469"/>
                </a:solidFill>
              </a:defRPr>
            </a:lvl8pPr>
            <a:lvl9pPr>
              <a:buNone/>
              <a:defRPr sz="1200" b="0">
                <a:solidFill>
                  <a:srgbClr val="526469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469"/>
                </a:solidFill>
              </a:defRPr>
            </a:pPr>
            <a:r>
              <a:rPr sz="1200" b="0">
                <a:solidFill>
                  <a:srgbClr val="526469"/>
                </a:solidFill>
              </a:rPr>
              <a:t>6 / 7    Private review · October 19, 2026</a:t>
            </a:r>
          </a:p>
        </p:txBody>
      </p:sp>
    </p:spTree>
    <p:extLst>
      <p:ext uri="{BB962C8B-B14F-4D97-AF65-F5344CB8AC3E}">
        <p14:creationId xmlns:p14="http://schemas.microsoft.com/office/powerpoint/2010/main" val="13010681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F7A9F-D3B3-4B0B-8DFF-9AAD1728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14343B"/>
                </a:solidFill>
              </a:defRPr>
            </a:defPPr>
            <a:lvl1pPr>
              <a:buNone/>
              <a:defRPr sz="3450" b="1">
                <a:solidFill>
                  <a:srgbClr val="14343B"/>
                </a:solidFill>
              </a:defRPr>
            </a:lvl1pPr>
            <a:lvl2pPr>
              <a:buNone/>
              <a:defRPr sz="3450" b="1">
                <a:solidFill>
                  <a:srgbClr val="14343B"/>
                </a:solidFill>
              </a:defRPr>
            </a:lvl2pPr>
            <a:lvl3pPr>
              <a:buNone/>
              <a:defRPr sz="3450" b="1">
                <a:solidFill>
                  <a:srgbClr val="14343B"/>
                </a:solidFill>
              </a:defRPr>
            </a:lvl3pPr>
            <a:lvl4pPr>
              <a:buNone/>
              <a:defRPr sz="3450" b="1">
                <a:solidFill>
                  <a:srgbClr val="14343B"/>
                </a:solidFill>
              </a:defRPr>
            </a:lvl4pPr>
            <a:lvl5pPr>
              <a:buNone/>
              <a:defRPr sz="3450" b="1">
                <a:solidFill>
                  <a:srgbClr val="14343B"/>
                </a:solidFill>
              </a:defRPr>
            </a:lvl5pPr>
            <a:lvl6pPr>
              <a:buNone/>
              <a:defRPr sz="3450" b="1">
                <a:solidFill>
                  <a:srgbClr val="14343B"/>
                </a:solidFill>
              </a:defRPr>
            </a:lvl6pPr>
            <a:lvl7pPr>
              <a:buNone/>
              <a:defRPr sz="3450" b="1">
                <a:solidFill>
                  <a:srgbClr val="14343B"/>
                </a:solidFill>
              </a:defRPr>
            </a:lvl7pPr>
            <a:lvl8pPr>
              <a:buNone/>
              <a:defRPr sz="3450" b="1">
                <a:solidFill>
                  <a:srgbClr val="14343B"/>
                </a:solidFill>
              </a:defRPr>
            </a:lvl8pPr>
            <a:lvl9pPr>
              <a:buNone/>
              <a:defRPr sz="3450" b="1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3450" b="1">
                <a:solidFill>
                  <a:srgbClr val="14343B"/>
                </a:solidFill>
              </a:defRPr>
            </a:pPr>
            <a:r>
              <a:rPr sz="3450" b="1">
                <a:solidFill>
                  <a:srgbClr val="14343B"/>
                </a:solidFill>
              </a:rPr>
              <a:t>Test whether these records help a collection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5E467-D4E5-47A6-9462-3B4412F4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276C60"/>
                </a:solidFill>
              </a:defRPr>
            </a:defPPr>
            <a:lvl1pPr>
              <a:buNone/>
              <a:defRPr sz="2700" b="0">
                <a:solidFill>
                  <a:srgbClr val="276C60"/>
                </a:solidFill>
              </a:defRPr>
            </a:lvl1pPr>
            <a:lvl2pPr>
              <a:buNone/>
              <a:defRPr sz="2700" b="0">
                <a:solidFill>
                  <a:srgbClr val="276C60"/>
                </a:solidFill>
              </a:defRPr>
            </a:lvl2pPr>
            <a:lvl3pPr>
              <a:buNone/>
              <a:defRPr sz="2700" b="0">
                <a:solidFill>
                  <a:srgbClr val="276C60"/>
                </a:solidFill>
              </a:defRPr>
            </a:lvl3pPr>
            <a:lvl4pPr>
              <a:buNone/>
              <a:defRPr sz="2700" b="0">
                <a:solidFill>
                  <a:srgbClr val="276C60"/>
                </a:solidFill>
              </a:defRPr>
            </a:lvl4pPr>
            <a:lvl5pPr>
              <a:buNone/>
              <a:defRPr sz="2700" b="0">
                <a:solidFill>
                  <a:srgbClr val="276C60"/>
                </a:solidFill>
              </a:defRPr>
            </a:lvl5pPr>
            <a:lvl6pPr>
              <a:buNone/>
              <a:defRPr sz="2700" b="0">
                <a:solidFill>
                  <a:srgbClr val="276C60"/>
                </a:solidFill>
              </a:defRPr>
            </a:lvl6pPr>
            <a:lvl7pPr>
              <a:buNone/>
              <a:defRPr sz="2700" b="0">
                <a:solidFill>
                  <a:srgbClr val="276C60"/>
                </a:solidFill>
              </a:defRPr>
            </a:lvl7pPr>
            <a:lvl8pPr>
              <a:buNone/>
              <a:defRPr sz="2700" b="0">
                <a:solidFill>
                  <a:srgbClr val="276C60"/>
                </a:solidFill>
              </a:defRPr>
            </a:lvl8pPr>
            <a:lvl9pPr>
              <a:buNone/>
              <a:defRPr sz="2700" b="0">
                <a:solidFill>
                  <a:srgbClr val="276C60"/>
                </a:solidFill>
              </a:defRPr>
            </a:lvl9pPr>
          </a:lstStyle>
          <a:p xmlns:a="http://schemas.openxmlformats.org/drawingml/2006/main">
            <a:pPr>
              <a:buNone/>
              <a:defRPr sz="2700" b="0">
                <a:solidFill>
                  <a:srgbClr val="276C60"/>
                </a:solidFill>
              </a:defRPr>
            </a:pPr>
            <a:r>
              <a:rPr sz="2700" b="0">
                <a:solidFill>
                  <a:srgbClr val="276C60"/>
                </a:solidFill>
              </a:rPr>
              <a:t>A proposed pilot with readers, mentors and a host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92CAB-CD62-499D-9849-1707D47B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1066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4343B"/>
                </a:solidFill>
              </a:defRPr>
            </a:defPPr>
            <a:lvl1pPr>
              <a:buNone/>
              <a:defRPr sz="2175" b="0">
                <a:solidFill>
                  <a:srgbClr val="14343B"/>
                </a:solidFill>
              </a:defRPr>
            </a:lvl1pPr>
            <a:lvl2pPr>
              <a:buNone/>
              <a:defRPr sz="2175" b="0">
                <a:solidFill>
                  <a:srgbClr val="14343B"/>
                </a:solidFill>
              </a:defRPr>
            </a:lvl2pPr>
            <a:lvl3pPr>
              <a:buNone/>
              <a:defRPr sz="2175" b="0">
                <a:solidFill>
                  <a:srgbClr val="14343B"/>
                </a:solidFill>
              </a:defRPr>
            </a:lvl3pPr>
            <a:lvl4pPr>
              <a:buNone/>
              <a:defRPr sz="2175" b="0">
                <a:solidFill>
                  <a:srgbClr val="14343B"/>
                </a:solidFill>
              </a:defRPr>
            </a:lvl4pPr>
            <a:lvl5pPr>
              <a:buNone/>
              <a:defRPr sz="2175" b="0">
                <a:solidFill>
                  <a:srgbClr val="14343B"/>
                </a:solidFill>
              </a:defRPr>
            </a:lvl5pPr>
            <a:lvl6pPr>
              <a:buNone/>
              <a:defRPr sz="2175" b="0">
                <a:solidFill>
                  <a:srgbClr val="14343B"/>
                </a:solidFill>
              </a:defRPr>
            </a:lvl6pPr>
            <a:lvl7pPr>
              <a:buNone/>
              <a:defRPr sz="2175" b="0">
                <a:solidFill>
                  <a:srgbClr val="14343B"/>
                </a:solidFill>
              </a:defRPr>
            </a:lvl7pPr>
            <a:lvl8pPr>
              <a:buNone/>
              <a:defRPr sz="2175" b="0">
                <a:solidFill>
                  <a:srgbClr val="14343B"/>
                </a:solidFill>
              </a:defRPr>
            </a:lvl8pPr>
            <a:lvl9pPr>
              <a:buNone/>
              <a:defRPr sz="2175" b="0">
                <a:solidFill>
                  <a:srgbClr val="14343B"/>
                </a:solidFill>
              </a:defRPr>
            </a:lvl9pPr>
          </a:lstStyle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Start with a small permitted workload.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Catalogue reported problems; keep missing downloads separate.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Use bundled practice without contacting source hosts.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Measure usefulness and host effort before claiming benefit.</a:t>
            </a:r>
          </a:p>
          <a:p xmlns:a="http://schemas.openxmlformats.org/drawingml/2006/main">
            <a:pPr>
              <a:buNone/>
              <a:defRPr sz="2175" b="0">
                <a:solidFill>
                  <a:srgbClr val="14343B"/>
                </a:solidFill>
              </a:defRPr>
            </a:pPr>
            <a:r>
              <a:rPr sz="2175" b="0">
                <a:solidFill>
                  <a:srgbClr val="14343B"/>
                </a:solidFill>
              </a:rPr>
              <a:t>Contribution promises no wages, employment or endorsement.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B3C29C-80CD-4B9D-82AD-1C34D63D7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4125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26469"/>
                </a:solidFill>
              </a:defRPr>
            </a:defPPr>
            <a:lvl1pPr>
              <a:buNone/>
              <a:defRPr sz="1200" b="0">
                <a:solidFill>
                  <a:srgbClr val="526469"/>
                </a:solidFill>
              </a:defRPr>
            </a:lvl1pPr>
            <a:lvl2pPr>
              <a:buNone/>
              <a:defRPr sz="1200" b="0">
                <a:solidFill>
                  <a:srgbClr val="526469"/>
                </a:solidFill>
              </a:defRPr>
            </a:lvl2pPr>
            <a:lvl3pPr>
              <a:buNone/>
              <a:defRPr sz="1200" b="0">
                <a:solidFill>
                  <a:srgbClr val="526469"/>
                </a:solidFill>
              </a:defRPr>
            </a:lvl3pPr>
            <a:lvl4pPr>
              <a:buNone/>
              <a:defRPr sz="1200" b="0">
                <a:solidFill>
                  <a:srgbClr val="526469"/>
                </a:solidFill>
              </a:defRPr>
            </a:lvl4pPr>
            <a:lvl5pPr>
              <a:buNone/>
              <a:defRPr sz="1200" b="0">
                <a:solidFill>
                  <a:srgbClr val="526469"/>
                </a:solidFill>
              </a:defRPr>
            </a:lvl5pPr>
            <a:lvl6pPr>
              <a:buNone/>
              <a:defRPr sz="1200" b="0">
                <a:solidFill>
                  <a:srgbClr val="526469"/>
                </a:solidFill>
              </a:defRPr>
            </a:lvl6pPr>
            <a:lvl7pPr>
              <a:buNone/>
              <a:defRPr sz="1200" b="0">
                <a:solidFill>
                  <a:srgbClr val="526469"/>
                </a:solidFill>
              </a:defRPr>
            </a:lvl7pPr>
            <a:lvl8pPr>
              <a:buNone/>
              <a:defRPr sz="1200" b="0">
                <a:solidFill>
                  <a:srgbClr val="526469"/>
                </a:solidFill>
              </a:defRPr>
            </a:lvl8pPr>
            <a:lvl9pPr>
              <a:buNone/>
              <a:defRPr sz="1200" b="0">
                <a:solidFill>
                  <a:srgbClr val="526469"/>
                </a:solidFill>
              </a:defRPr>
            </a:lvl9pPr>
          </a:lstStyle>
          <a:p xmlns:a="http://schemas.openxmlformats.org/drawingml/2006/main">
            <a:pPr>
              <a:buNone/>
              <a:defRPr sz="1200" b="0">
                <a:solidFill>
                  <a:srgbClr val="526469"/>
                </a:solidFill>
              </a:defRPr>
            </a:pPr>
            <a:r>
              <a:rPr sz="1200" b="0">
                <a:solidFill>
                  <a:srgbClr val="526469"/>
                </a:solidFill>
              </a:rPr>
              <a:t>7 / 7    Private review · October 19, 2026</a:t>
            </a:r>
          </a:p>
        </p:txBody>
      </p:sp>
    </p:spTree>
    <p:extLst>
      <p:ext uri="{BB962C8B-B14F-4D97-AF65-F5344CB8AC3E}">
        <p14:creationId xmlns:p14="http://schemas.microsoft.com/office/powerpoint/2010/main" val="1239675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2026-10-19T20:58:49.5690000Z</dcterms:created>
  <dcterms:modified xsi:type="dcterms:W3CDTF">2026-10-19T20:58:49.5690000Z</dcterms:modified>
</coreProperties>
</file>